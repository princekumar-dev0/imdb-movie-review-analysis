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 PROJECT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IMDb Movie Review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Analysis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3383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Python, Pandas &amp; NumPy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4023360"/>
            <a:ext cx="2286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46634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 Face  •  Google Colab  •  Matplotlib</a:t>
            </a:r>
            <a:endParaRPr lang="en-US" sz="1200" dirty="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|  DATASET &amp; PROJECT OBJECTIVE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411480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325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645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IMDb Movie Reviews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94360" y="20574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Hugging Face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stanfordnlp/imdb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26974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Reviews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468880" y="26974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25,000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313639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468880" y="313639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text, label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94360" y="357530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0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468880" y="357530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94360" y="401421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1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468880" y="401421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709160" y="1143000"/>
            <a:ext cx="406908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937760" y="1325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37760" y="16916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the data and perform numerical analysis using Pandas and NumPy.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937760" y="246888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0F172A"/>
          </a:solidFill>
          <a:ln/>
        </p:spPr>
      </p:sp>
      <p:sp>
        <p:nvSpPr>
          <p:cNvPr id="21" name="Text 19"/>
          <p:cNvSpPr/>
          <p:nvPr/>
        </p:nvSpPr>
        <p:spPr>
          <a:xfrm>
            <a:off x="5074920" y="2606040"/>
            <a:ext cx="3337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datasets import load_dataset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dataset = load_dataset(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"stanfordnlp/imdb"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train_df = pd.DataFrame(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dataset["train"]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|  DATA CLEANING WITH PANDAS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205740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43000"/>
            <a:ext cx="20574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258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69164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25,000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57200" y="22402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Rows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5603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training set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514600" y="1143000"/>
            <a:ext cx="205740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14600" y="1143000"/>
            <a:ext cx="20574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2651760" y="13258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651760" y="169164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2651760" y="22402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651760" y="25603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nulls found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09160" y="1143000"/>
            <a:ext cx="205740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1143000"/>
            <a:ext cx="20574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0" y="13258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46320" y="169164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4846320" y="22402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46320" y="25603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removed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903720" y="1143000"/>
            <a:ext cx="205740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903720" y="1143000"/>
            <a:ext cx="20574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5" name="Text 23"/>
          <p:cNvSpPr/>
          <p:nvPr/>
        </p:nvSpPr>
        <p:spPr>
          <a:xfrm>
            <a:off x="7040880" y="13258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040880" y="169164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24,904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7040880" y="22402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Clean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040880" y="25603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 analysis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20040" y="3337560"/>
            <a:ext cx="5029200" cy="1463040"/>
          </a:xfrm>
          <a:prstGeom prst="roundRect">
            <a:avLst>
              <a:gd name="adj" fmla="val 6250"/>
            </a:avLst>
          </a:prstGeom>
          <a:solidFill>
            <a:srgbClr val="0F172A"/>
          </a:solidFill>
          <a:ln/>
        </p:spPr>
      </p:sp>
      <p:sp>
        <p:nvSpPr>
          <p:cNvPr id="30" name="Text 28"/>
          <p:cNvSpPr/>
          <p:nvPr/>
        </p:nvSpPr>
        <p:spPr>
          <a:xfrm>
            <a:off x="502920" y="3474720"/>
            <a:ext cx="4663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Check missing values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train_df.isnull().sum()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Find and remove duplicates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train_df.duplicated().sum()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train_df = train_df.drop_duplicates()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532120" y="3337560"/>
            <a:ext cx="324612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00000">
                <a:alpha val="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715000" y="352044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SUMMARY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715000" y="388620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25,000  →  96 removed  →  24,904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715000" y="429768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clean dataset ready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statistical analysis</a:t>
            </a:r>
            <a:endParaRPr lang="en-US" sz="1200" dirty="0"/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|  PANDAS &amp; NUMPY ANALYSIS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41148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23444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DISTRIBUTION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1645920"/>
            <a:ext cx="1783080" cy="1051560"/>
          </a:xfrm>
          <a:prstGeom prst="roundRect">
            <a:avLst>
              <a:gd name="adj" fmla="val 6957"/>
            </a:avLst>
          </a:prstGeom>
          <a:solidFill>
            <a:srgbClr val="ECFDF5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7373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12,472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02920" y="224028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 50.08%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468880" y="1645920"/>
            <a:ext cx="1783080" cy="1051560"/>
          </a:xfrm>
          <a:prstGeom prst="roundRect">
            <a:avLst>
              <a:gd name="adj" fmla="val 6957"/>
            </a:avLst>
          </a:prstGeom>
          <a:solidFill>
            <a:srgbClr val="FEF2F2"/>
          </a:solidFill>
          <a:ln/>
        </p:spPr>
      </p:sp>
      <p:sp>
        <p:nvSpPr>
          <p:cNvPr id="11" name="Text 9"/>
          <p:cNvSpPr/>
          <p:nvPr/>
        </p:nvSpPr>
        <p:spPr>
          <a:xfrm>
            <a:off x="2468880" y="17373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12,432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468880" y="224028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 49.92%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1097280"/>
            <a:ext cx="41148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46320" y="123444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STATISTICS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46320" y="16002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sentiment label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040880" y="16002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0.5008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46320" y="19202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review length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040880" y="19202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1,326.38 chars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46320" y="22402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review length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040880" y="22402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979 chars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46320" y="2560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Shortest / Longest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040880" y="25603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 / 13,704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20040" y="3154680"/>
            <a:ext cx="845820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02920" y="32918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REVIEW LENGTH BY SENTIMENT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" y="37033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1783080" y="3767328"/>
            <a:ext cx="5303520" cy="256032"/>
          </a:xfrm>
          <a:prstGeom prst="roundRect">
            <a:avLst>
              <a:gd name="adj" fmla="val 17857"/>
            </a:avLst>
          </a:prstGeom>
          <a:solidFill>
            <a:srgbClr val="D1FAE5"/>
          </a:solidFill>
          <a:ln/>
        </p:spPr>
      </p:sp>
      <p:sp>
        <p:nvSpPr>
          <p:cNvPr id="27" name="Shape 25"/>
          <p:cNvSpPr/>
          <p:nvPr/>
        </p:nvSpPr>
        <p:spPr>
          <a:xfrm>
            <a:off x="1783080" y="3767328"/>
            <a:ext cx="5029200" cy="256032"/>
          </a:xfrm>
          <a:prstGeom prst="roundRect">
            <a:avLst>
              <a:gd name="adj" fmla="val 17857"/>
            </a:avLst>
          </a:prstGeom>
          <a:solidFill>
            <a:srgbClr val="059669"/>
          </a:solidFill>
          <a:ln/>
        </p:spPr>
      </p:sp>
      <p:sp>
        <p:nvSpPr>
          <p:cNvPr id="28" name="Text 26"/>
          <p:cNvSpPr/>
          <p:nvPr/>
        </p:nvSpPr>
        <p:spPr>
          <a:xfrm>
            <a:off x="7223760" y="37033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1,348.52 chars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02920" y="41605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1783080" y="4224528"/>
            <a:ext cx="5303520" cy="256032"/>
          </a:xfrm>
          <a:prstGeom prst="roundRect">
            <a:avLst>
              <a:gd name="adj" fmla="val 17857"/>
            </a:avLst>
          </a:prstGeom>
          <a:solidFill>
            <a:srgbClr val="FEE2E2"/>
          </a:solidFill>
          <a:ln/>
        </p:spPr>
      </p:sp>
      <p:sp>
        <p:nvSpPr>
          <p:cNvPr id="31" name="Shape 29"/>
          <p:cNvSpPr/>
          <p:nvPr/>
        </p:nvSpPr>
        <p:spPr>
          <a:xfrm>
            <a:off x="1783080" y="4224528"/>
            <a:ext cx="4846320" cy="256032"/>
          </a:xfrm>
          <a:prstGeom prst="roundRect">
            <a:avLst>
              <a:gd name="adj" fmla="val 17857"/>
            </a:avLst>
          </a:prstGeom>
          <a:solidFill>
            <a:srgbClr val="DC2626"/>
          </a:solidFill>
          <a:ln/>
        </p:spPr>
      </p:sp>
      <p:sp>
        <p:nvSpPr>
          <p:cNvPr id="32" name="Text 30"/>
          <p:cNvSpPr/>
          <p:nvPr/>
        </p:nvSpPr>
        <p:spPr>
          <a:xfrm>
            <a:off x="7223760" y="41605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1,304.16 chars</a:t>
            </a:r>
            <a:endParaRPr lang="en-US" sz="1300" dirty="0"/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|  RESULTS &amp; CONCLUSION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162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97280"/>
            <a:ext cx="73152" cy="5943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170432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38988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 duplicate records removed. Final dataset: 24,904 clean reviews with zero missing values.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1755648"/>
            <a:ext cx="841248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162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755648"/>
            <a:ext cx="73152" cy="5943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82880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Classes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2048256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(50.08%) and Negative (49.92%) reviews are almost equally distributed.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2414016"/>
            <a:ext cx="841248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162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414016"/>
            <a:ext cx="73152" cy="5943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487168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 Insight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2706624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reviews are slightly longer on average (1,348 vs 1,304 characters).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3072384"/>
            <a:ext cx="841248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162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072384"/>
            <a:ext cx="73152" cy="5943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145536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Stats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" y="336499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Mean, median, min, max and standard deviation calculated for review lengths and labels.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760" y="38404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 Python  •  Pandas  •  NumPy  •  Matplotlib  •  Google Colab  •  Hugging Face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65760" y="41605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step: Upload Colab notebook and project files to GitHub</a:t>
            </a:r>
            <a:endParaRPr lang="en-US" sz="1300" dirty="0"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IMDb Movie Review Data Cleaning &amp; Analysis</dc:title>
  <dc:subject>Using Python, Pandas &amp; NumPy</dc:subject>
  <dc:creator>Data Analysis Project</dc:creator>
  <cp:lastModifiedBy>Data Analysis Project</cp:lastModifiedBy>
  <cp:revision>1</cp:revision>
  <dcterms:created xsi:type="dcterms:W3CDTF">2026-09-28T18:16:43Z</dcterms:created>
  <dcterms:modified xsi:type="dcterms:W3CDTF">2026-09-28T18:16:43Z</dcterms:modified>
</cp:coreProperties>
</file>